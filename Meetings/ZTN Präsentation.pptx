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7" r:id="rId1"/>
  </p:sldMasterIdLst>
  <p:notesMasterIdLst>
    <p:notesMasterId r:id="rId13"/>
  </p:notesMasterIdLst>
  <p:handoutMasterIdLst>
    <p:handoutMasterId r:id="rId14"/>
  </p:handoutMasterIdLst>
  <p:sldIdLst>
    <p:sldId id="505" r:id="rId2"/>
    <p:sldId id="508" r:id="rId3"/>
    <p:sldId id="509" r:id="rId4"/>
    <p:sldId id="510" r:id="rId5"/>
    <p:sldId id="511" r:id="rId6"/>
    <p:sldId id="512" r:id="rId7"/>
    <p:sldId id="513" r:id="rId8"/>
    <p:sldId id="514" r:id="rId9"/>
    <p:sldId id="515" r:id="rId10"/>
    <p:sldId id="507" r:id="rId11"/>
    <p:sldId id="506" r:id="rId12"/>
  </p:sldIdLst>
  <p:sldSz cx="9144000" cy="6858000" type="screen4x3"/>
  <p:notesSz cx="9928225" cy="6669088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00">
          <p15:clr>
            <a:srgbClr val="A4A3A4"/>
          </p15:clr>
        </p15:guide>
        <p15:guide id="2" pos="31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FF9900"/>
    <a:srgbClr val="FF6165"/>
    <a:srgbClr val="7D7DFF"/>
    <a:srgbClr val="9999FF"/>
    <a:srgbClr val="CC00FF"/>
    <a:srgbClr val="FF7C80"/>
    <a:srgbClr val="009900"/>
    <a:srgbClr val="CC2200"/>
    <a:srgbClr val="00B1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7" autoAdjust="0"/>
    <p:restoredTop sz="78593" autoAdjust="0"/>
  </p:normalViewPr>
  <p:slideViewPr>
    <p:cSldViewPr snapToGrid="0">
      <p:cViewPr>
        <p:scale>
          <a:sx n="100" d="100"/>
          <a:sy n="100" d="100"/>
        </p:scale>
        <p:origin x="3432" y="6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35" d="100"/>
          <a:sy n="135" d="100"/>
        </p:scale>
        <p:origin x="-1398" y="-72"/>
      </p:cViewPr>
      <p:guideLst>
        <p:guide orient="horz" pos="2100"/>
        <p:guide pos="3127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 Reuschenberg" userId="a1ea42fb30ac7332" providerId="LiveId" clId="{A54CB884-8867-40BE-A57D-3E4CF2402D2C}"/>
    <pc:docChg chg="undo custSel addSld modSld sldOrd">
      <pc:chgData name="Marc Reuschenberg" userId="a1ea42fb30ac7332" providerId="LiveId" clId="{A54CB884-8867-40BE-A57D-3E4CF2402D2C}" dt="2025-05-20T20:21:08.827" v="1527" actId="20577"/>
      <pc:docMkLst>
        <pc:docMk/>
      </pc:docMkLst>
      <pc:sldChg chg="modSp mod">
        <pc:chgData name="Marc Reuschenberg" userId="a1ea42fb30ac7332" providerId="LiveId" clId="{A54CB884-8867-40BE-A57D-3E4CF2402D2C}" dt="2025-05-20T20:16:26.882" v="1293" actId="20577"/>
        <pc:sldMkLst>
          <pc:docMk/>
          <pc:sldMk cId="3972497237" sldId="508"/>
        </pc:sldMkLst>
        <pc:spChg chg="mod">
          <ac:chgData name="Marc Reuschenberg" userId="a1ea42fb30ac7332" providerId="LiveId" clId="{A54CB884-8867-40BE-A57D-3E4CF2402D2C}" dt="2025-05-20T20:16:26.882" v="1293" actId="20577"/>
          <ac:spMkLst>
            <pc:docMk/>
            <pc:sldMk cId="3972497237" sldId="508"/>
            <ac:spMk id="3" creationId="{2E70000D-6A83-7B8A-4908-C76D00CA21A6}"/>
          </ac:spMkLst>
        </pc:spChg>
      </pc:sldChg>
      <pc:sldChg chg="modSp mod modNotesTx">
        <pc:chgData name="Marc Reuschenberg" userId="a1ea42fb30ac7332" providerId="LiveId" clId="{A54CB884-8867-40BE-A57D-3E4CF2402D2C}" dt="2025-05-20T19:59:30.241" v="1052" actId="6549"/>
        <pc:sldMkLst>
          <pc:docMk/>
          <pc:sldMk cId="3338593109" sldId="509"/>
        </pc:sldMkLst>
        <pc:spChg chg="mod">
          <ac:chgData name="Marc Reuschenberg" userId="a1ea42fb30ac7332" providerId="LiveId" clId="{A54CB884-8867-40BE-A57D-3E4CF2402D2C}" dt="2025-05-20T19:59:30.241" v="1052" actId="6549"/>
          <ac:spMkLst>
            <pc:docMk/>
            <pc:sldMk cId="3338593109" sldId="509"/>
            <ac:spMk id="3" creationId="{2BF8FA56-341D-C404-7406-CE5289A7F46A}"/>
          </ac:spMkLst>
        </pc:spChg>
      </pc:sldChg>
      <pc:sldChg chg="modSp mod">
        <pc:chgData name="Marc Reuschenberg" userId="a1ea42fb30ac7332" providerId="LiveId" clId="{A54CB884-8867-40BE-A57D-3E4CF2402D2C}" dt="2025-05-20T20:10:35.240" v="1155" actId="20577"/>
        <pc:sldMkLst>
          <pc:docMk/>
          <pc:sldMk cId="3284481266" sldId="510"/>
        </pc:sldMkLst>
        <pc:spChg chg="mod">
          <ac:chgData name="Marc Reuschenberg" userId="a1ea42fb30ac7332" providerId="LiveId" clId="{A54CB884-8867-40BE-A57D-3E4CF2402D2C}" dt="2025-05-20T20:10:35.240" v="1155" actId="20577"/>
          <ac:spMkLst>
            <pc:docMk/>
            <pc:sldMk cId="3284481266" sldId="510"/>
            <ac:spMk id="3" creationId="{6CA2D44C-EC2A-4C82-8E51-CE0C00A807D8}"/>
          </ac:spMkLst>
        </pc:spChg>
      </pc:sldChg>
      <pc:sldChg chg="modSp new mod">
        <pc:chgData name="Marc Reuschenberg" userId="a1ea42fb30ac7332" providerId="LiveId" clId="{A54CB884-8867-40BE-A57D-3E4CF2402D2C}" dt="2025-05-20T19:24:06.497" v="605" actId="20577"/>
        <pc:sldMkLst>
          <pc:docMk/>
          <pc:sldMk cId="1649397138" sldId="511"/>
        </pc:sldMkLst>
        <pc:spChg chg="mod">
          <ac:chgData name="Marc Reuschenberg" userId="a1ea42fb30ac7332" providerId="LiveId" clId="{A54CB884-8867-40BE-A57D-3E4CF2402D2C}" dt="2025-05-20T19:11:26.500" v="416" actId="20577"/>
          <ac:spMkLst>
            <pc:docMk/>
            <pc:sldMk cId="1649397138" sldId="511"/>
            <ac:spMk id="2" creationId="{F82336C3-E3CD-AAD2-76CD-EBC38CDF8EDD}"/>
          </ac:spMkLst>
        </pc:spChg>
        <pc:spChg chg="mod">
          <ac:chgData name="Marc Reuschenberg" userId="a1ea42fb30ac7332" providerId="LiveId" clId="{A54CB884-8867-40BE-A57D-3E4CF2402D2C}" dt="2025-05-20T19:24:06.497" v="605" actId="20577"/>
          <ac:spMkLst>
            <pc:docMk/>
            <pc:sldMk cId="1649397138" sldId="511"/>
            <ac:spMk id="3" creationId="{0DB1E52C-4C7F-82A0-D3AD-93D5D48C65FC}"/>
          </ac:spMkLst>
        </pc:spChg>
      </pc:sldChg>
      <pc:sldChg chg="modSp new mod">
        <pc:chgData name="Marc Reuschenberg" userId="a1ea42fb30ac7332" providerId="LiveId" clId="{A54CB884-8867-40BE-A57D-3E4CF2402D2C}" dt="2025-05-20T19:25:55.961" v="790" actId="20577"/>
        <pc:sldMkLst>
          <pc:docMk/>
          <pc:sldMk cId="2377068700" sldId="512"/>
        </pc:sldMkLst>
        <pc:spChg chg="mod">
          <ac:chgData name="Marc Reuschenberg" userId="a1ea42fb30ac7332" providerId="LiveId" clId="{A54CB884-8867-40BE-A57D-3E4CF2402D2C}" dt="2025-05-20T19:24:56.695" v="644" actId="20577"/>
          <ac:spMkLst>
            <pc:docMk/>
            <pc:sldMk cId="2377068700" sldId="512"/>
            <ac:spMk id="2" creationId="{7544261B-BDBA-7E80-758F-0E4A2B63C0F0}"/>
          </ac:spMkLst>
        </pc:spChg>
        <pc:spChg chg="mod">
          <ac:chgData name="Marc Reuschenberg" userId="a1ea42fb30ac7332" providerId="LiveId" clId="{A54CB884-8867-40BE-A57D-3E4CF2402D2C}" dt="2025-05-20T19:25:55.961" v="790" actId="20577"/>
          <ac:spMkLst>
            <pc:docMk/>
            <pc:sldMk cId="2377068700" sldId="512"/>
            <ac:spMk id="3" creationId="{7BF1DA9D-B482-B538-2EDB-3B068828F6B2}"/>
          </ac:spMkLst>
        </pc:spChg>
      </pc:sldChg>
      <pc:sldChg chg="modSp new mod">
        <pc:chgData name="Marc Reuschenberg" userId="a1ea42fb30ac7332" providerId="LiveId" clId="{A54CB884-8867-40BE-A57D-3E4CF2402D2C}" dt="2025-05-20T19:31:07.355" v="857" actId="20577"/>
        <pc:sldMkLst>
          <pc:docMk/>
          <pc:sldMk cId="3870225731" sldId="513"/>
        </pc:sldMkLst>
        <pc:spChg chg="mod">
          <ac:chgData name="Marc Reuschenberg" userId="a1ea42fb30ac7332" providerId="LiveId" clId="{A54CB884-8867-40BE-A57D-3E4CF2402D2C}" dt="2025-05-20T19:30:54.239" v="812" actId="20577"/>
          <ac:spMkLst>
            <pc:docMk/>
            <pc:sldMk cId="3870225731" sldId="513"/>
            <ac:spMk id="2" creationId="{8AA6B417-ECDB-0ACE-685B-C46DE06BAD16}"/>
          </ac:spMkLst>
        </pc:spChg>
        <pc:spChg chg="mod">
          <ac:chgData name="Marc Reuschenberg" userId="a1ea42fb30ac7332" providerId="LiveId" clId="{A54CB884-8867-40BE-A57D-3E4CF2402D2C}" dt="2025-05-20T19:31:07.355" v="857" actId="20577"/>
          <ac:spMkLst>
            <pc:docMk/>
            <pc:sldMk cId="3870225731" sldId="513"/>
            <ac:spMk id="3" creationId="{7B9D264C-50E5-7DF1-EAEC-D286F4900AFD}"/>
          </ac:spMkLst>
        </pc:spChg>
      </pc:sldChg>
      <pc:sldChg chg="modSp new mod ord">
        <pc:chgData name="Marc Reuschenberg" userId="a1ea42fb30ac7332" providerId="LiveId" clId="{A54CB884-8867-40BE-A57D-3E4CF2402D2C}" dt="2025-05-20T20:21:08.827" v="1527" actId="20577"/>
        <pc:sldMkLst>
          <pc:docMk/>
          <pc:sldMk cId="344867331" sldId="514"/>
        </pc:sldMkLst>
        <pc:spChg chg="mod">
          <ac:chgData name="Marc Reuschenberg" userId="a1ea42fb30ac7332" providerId="LiveId" clId="{A54CB884-8867-40BE-A57D-3E4CF2402D2C}" dt="2025-05-20T20:17:35.019" v="1295" actId="5793"/>
          <ac:spMkLst>
            <pc:docMk/>
            <pc:sldMk cId="344867331" sldId="514"/>
            <ac:spMk id="2" creationId="{563F27CD-4BE8-EF7C-845E-04669F997AF5}"/>
          </ac:spMkLst>
        </pc:spChg>
        <pc:spChg chg="mod">
          <ac:chgData name="Marc Reuschenberg" userId="a1ea42fb30ac7332" providerId="LiveId" clId="{A54CB884-8867-40BE-A57D-3E4CF2402D2C}" dt="2025-05-20T20:21:08.827" v="1527" actId="20577"/>
          <ac:spMkLst>
            <pc:docMk/>
            <pc:sldMk cId="344867331" sldId="514"/>
            <ac:spMk id="3" creationId="{790EDDA1-6DE8-A711-C9E3-E3D51336A76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623697" y="0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66158014-84D9-4FF0-8D82-FE5EC60AD12B}" type="datetimeFigureOut">
              <a:rPr lang="de-DE"/>
              <a:pPr>
                <a:defRPr/>
              </a:pPr>
              <a:t>25.05.2025</a:t>
            </a:fld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6334476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623697" y="6334476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7B2BE64-B54D-4DEB-89E0-61826143DEE1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4786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23697" y="0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725901E8-1F96-4606-8F6E-C3EAAD8F4F0A}" type="datetimeFigureOut">
              <a:rPr lang="de-DE"/>
              <a:pPr>
                <a:defRPr/>
              </a:pPr>
              <a:t>25.05.2025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298825" y="501650"/>
            <a:ext cx="3330575" cy="2498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92823" y="3167818"/>
            <a:ext cx="7942579" cy="3001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334476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23697" y="6334476"/>
            <a:ext cx="4302231" cy="3334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AAC84B72-5E29-43A7-9FEA-9C268482F579}" type="slidenum">
              <a:rPr lang="de-DE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111034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5" name="Notizenplatzhalt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de-DE" dirty="0"/>
          </a:p>
        </p:txBody>
      </p:sp>
      <p:sp>
        <p:nvSpPr>
          <p:cNvPr id="13316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4EF057B4-36A5-43B9-BAE8-234CEF337EF4}" type="slidenum">
              <a:rPr lang="de-DE" smtClean="0"/>
              <a:pPr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432326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noProof="0" dirty="0"/>
              <a:t>IT </a:t>
            </a:r>
            <a:r>
              <a:rPr lang="de-DE" noProof="0" dirty="0" err="1"/>
              <a:t>Sichertheit</a:t>
            </a:r>
            <a:r>
              <a:rPr lang="de-DE" noProof="0" dirty="0"/>
              <a:t> wird immer wichtiger:</a:t>
            </a:r>
          </a:p>
          <a:p>
            <a:r>
              <a:rPr lang="de-DE" noProof="0" dirty="0"/>
              <a:t>Zunehmende Bedrohung</a:t>
            </a:r>
          </a:p>
          <a:p>
            <a:r>
              <a:rPr lang="de-DE" noProof="0" dirty="0"/>
              <a:t>Technik wird immer komplexer -&gt; Fehler bei der Programmierung. Man kann sich nicht mehr auf Sicherheit von Produkten verlassen</a:t>
            </a:r>
            <a:endParaRPr lang="de-DE" noProof="0" dirty="0">
              <a:solidFill>
                <a:srgbClr val="FF0000"/>
              </a:solidFill>
              <a:highlight>
                <a:srgbClr val="FFFF00"/>
              </a:highlight>
            </a:endParaRPr>
          </a:p>
          <a:p>
            <a:endParaRPr lang="de-DE" noProof="0" dirty="0"/>
          </a:p>
          <a:p>
            <a:r>
              <a:rPr lang="de-DE" noProof="0" dirty="0"/>
              <a:t>Sicherheit im Unternehmen:</a:t>
            </a:r>
          </a:p>
          <a:p>
            <a:r>
              <a:rPr lang="de-DE" noProof="0" dirty="0"/>
              <a:t>Gerade wegen zunehmender Bedrohung, sollte man Sicherheit im eigenen Haus haben</a:t>
            </a:r>
          </a:p>
          <a:p>
            <a:r>
              <a:rPr lang="de-DE" noProof="0" dirty="0"/>
              <a:t>Gehen als starkes Beispiel voran</a:t>
            </a:r>
          </a:p>
          <a:p>
            <a:endParaRPr lang="de-DE" noProof="0" dirty="0"/>
          </a:p>
          <a:p>
            <a:r>
              <a:rPr lang="de-DE" noProof="0" dirty="0"/>
              <a:t>Betreuung von </a:t>
            </a:r>
            <a:r>
              <a:rPr lang="de-DE" noProof="0" dirty="0" err="1"/>
              <a:t>Kundeninftreastruktur</a:t>
            </a:r>
            <a:r>
              <a:rPr lang="de-DE" noProof="0" dirty="0"/>
              <a:t>:</a:t>
            </a:r>
          </a:p>
          <a:p>
            <a:r>
              <a:rPr lang="de-DE" noProof="0" dirty="0"/>
              <a:t>Zudem betreut die Firm die Infrastruktur….. Rechenzentrum = zugriff auf Kundennetzwerke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AC84B72-5E29-43A7-9FEA-9C268482F579}" type="slidenum">
              <a:rPr lang="de-DE" smtClean="0"/>
              <a:pPr>
                <a:defRPr/>
              </a:pPr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0282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5" name="Notizenplatzhalt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de-DE" dirty="0"/>
          </a:p>
        </p:txBody>
      </p:sp>
      <p:sp>
        <p:nvSpPr>
          <p:cNvPr id="13316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4EF057B4-36A5-43B9-BAE8-234CEF337EF4}" type="slidenum">
              <a:rPr lang="de-DE" smtClean="0"/>
              <a:pPr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7486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lienbildplatzhalt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3315" name="Notizenplatzhalt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de-DE" dirty="0"/>
          </a:p>
        </p:txBody>
      </p:sp>
      <p:sp>
        <p:nvSpPr>
          <p:cNvPr id="13316" name="Foliennummernplatzhalt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4EF057B4-36A5-43B9-BAE8-234CEF337EF4}" type="slidenum">
              <a:rPr lang="de-DE" smtClean="0"/>
              <a:pPr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2183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88000" y="2016000"/>
            <a:ext cx="8064000" cy="2520000"/>
          </a:xfrm>
          <a:prstGeom prst="rect">
            <a:avLst/>
          </a:prstGeom>
        </p:spPr>
        <p:txBody>
          <a:bodyPr/>
          <a:lstStyle>
            <a:lvl1pPr algn="l">
              <a:defRPr sz="480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88000" y="4608000"/>
            <a:ext cx="8064000" cy="144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322452" y="5549605"/>
            <a:ext cx="1763480" cy="9487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3"/>
          <p:cNvCxnSpPr/>
          <p:nvPr/>
        </p:nvCxnSpPr>
        <p:spPr>
          <a:xfrm>
            <a:off x="285750" y="836831"/>
            <a:ext cx="8064500" cy="15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1632856" y="288000"/>
            <a:ext cx="6719143" cy="463114"/>
          </a:xfrm>
          <a:prstGeom prst="rect">
            <a:avLst/>
          </a:prstGeom>
        </p:spPr>
        <p:txBody>
          <a:bodyPr/>
          <a:lstStyle>
            <a:lvl1pPr algn="l">
              <a:defRPr sz="2800" b="0">
                <a:solidFill>
                  <a:srgbClr val="00B1AC"/>
                </a:solidFill>
                <a:latin typeface="Verdana" pitchFamily="34" charset="0"/>
              </a:defRPr>
            </a:lvl1pPr>
          </a:lstStyle>
          <a:p>
            <a:r>
              <a:rPr lang="de-DE" dirty="0"/>
              <a:t>Titelformat durch Klicken bearbeiten</a:t>
            </a: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244457" y="1306885"/>
            <a:ext cx="8064000" cy="5040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Tx/>
              <a:buNone/>
              <a:defRPr sz="2400">
                <a:solidFill>
                  <a:schemeClr val="tx1"/>
                </a:solidFill>
                <a:latin typeface="Verdana" pitchFamily="34" charset="0"/>
              </a:defRPr>
            </a:lvl1pPr>
            <a:lvl2pPr marL="273050" indent="-273050">
              <a:spcBef>
                <a:spcPts val="600"/>
              </a:spcBef>
              <a:spcAft>
                <a:spcPts val="600"/>
              </a:spcAft>
              <a:buClr>
                <a:srgbClr val="00B1AC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Verdana" pitchFamily="34" charset="0"/>
              </a:defRPr>
            </a:lvl2pPr>
            <a:lvl3pPr marL="536575" indent="-263525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B1AC"/>
              </a:buClr>
              <a:buSzPct val="100000"/>
              <a:buFont typeface="Wingdings" pitchFamily="2" charset="2"/>
              <a:buChar char=""/>
              <a:tabLst>
                <a:tab pos="536575" algn="l"/>
              </a:tabLst>
              <a:defRPr sz="2000">
                <a:solidFill>
                  <a:schemeClr val="tx1"/>
                </a:solidFill>
                <a:latin typeface="Verdana" pitchFamily="34" charset="0"/>
              </a:defRPr>
            </a:lvl3pPr>
            <a:lvl4pPr marL="714375" indent="-177800" defTabSz="71437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Font typeface="Wingdings" pitchFamily="2" charset="2"/>
              <a:buChar char="§"/>
              <a:tabLst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893763" indent="-1793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Wingdings" pitchFamily="2" charset="2"/>
              <a:buChar char="ú"/>
              <a:tabLst>
                <a:tab pos="893763" algn="l"/>
              </a:tabLst>
              <a:defRPr sz="1600" i="0">
                <a:solidFill>
                  <a:schemeClr val="tx1"/>
                </a:solidFill>
                <a:latin typeface="Verdana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290280" y="114300"/>
            <a:ext cx="1182914" cy="636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3"/>
          <p:cNvCxnSpPr/>
          <p:nvPr/>
        </p:nvCxnSpPr>
        <p:spPr>
          <a:xfrm>
            <a:off x="285750" y="836831"/>
            <a:ext cx="8064500" cy="15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1632856" y="288000"/>
            <a:ext cx="6719143" cy="463114"/>
          </a:xfrm>
          <a:prstGeom prst="rect">
            <a:avLst/>
          </a:prstGeom>
        </p:spPr>
        <p:txBody>
          <a:bodyPr/>
          <a:lstStyle>
            <a:lvl1pPr algn="l">
              <a:defRPr sz="2800" b="0">
                <a:solidFill>
                  <a:srgbClr val="00B1AC"/>
                </a:solidFill>
                <a:latin typeface="Verdana" pitchFamily="34" charset="0"/>
              </a:defRPr>
            </a:lvl1pPr>
          </a:lstStyle>
          <a:p>
            <a:r>
              <a:rPr lang="de-DE" dirty="0"/>
              <a:t>Titelformat durch Klicken bearbeiten</a:t>
            </a: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244456" y="1306885"/>
            <a:ext cx="3851293" cy="5040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Tx/>
              <a:buNone/>
              <a:defRPr sz="2400">
                <a:solidFill>
                  <a:schemeClr val="tx1"/>
                </a:solidFill>
                <a:latin typeface="Verdana" pitchFamily="34" charset="0"/>
              </a:defRPr>
            </a:lvl1pPr>
            <a:lvl2pPr marL="273050" indent="-273050">
              <a:spcBef>
                <a:spcPts val="600"/>
              </a:spcBef>
              <a:spcAft>
                <a:spcPts val="600"/>
              </a:spcAft>
              <a:buClr>
                <a:srgbClr val="00B1AC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Verdana" pitchFamily="34" charset="0"/>
              </a:defRPr>
            </a:lvl2pPr>
            <a:lvl3pPr marL="536575" indent="-263525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B1AC"/>
              </a:buClr>
              <a:buSzPct val="100000"/>
              <a:buFont typeface="Wingdings" pitchFamily="2" charset="2"/>
              <a:buChar char=""/>
              <a:tabLst>
                <a:tab pos="536575" algn="l"/>
              </a:tabLst>
              <a:defRPr sz="2000">
                <a:solidFill>
                  <a:schemeClr val="tx1"/>
                </a:solidFill>
                <a:latin typeface="Verdana" pitchFamily="34" charset="0"/>
              </a:defRPr>
            </a:lvl3pPr>
            <a:lvl4pPr marL="714375" indent="-177800" defTabSz="71437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Font typeface="Wingdings" pitchFamily="2" charset="2"/>
              <a:buChar char="§"/>
              <a:tabLst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893763" indent="-1793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Wingdings" pitchFamily="2" charset="2"/>
              <a:buChar char="ú"/>
              <a:tabLst>
                <a:tab pos="893763" algn="l"/>
              </a:tabLst>
              <a:defRPr sz="1600" i="0">
                <a:solidFill>
                  <a:schemeClr val="tx1"/>
                </a:solidFill>
                <a:latin typeface="Verdana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Inhaltsplatzhalter 2"/>
          <p:cNvSpPr>
            <a:spLocks noGrp="1"/>
          </p:cNvSpPr>
          <p:nvPr>
            <p:ph idx="10"/>
          </p:nvPr>
        </p:nvSpPr>
        <p:spPr>
          <a:xfrm>
            <a:off x="4505325" y="1306885"/>
            <a:ext cx="3838575" cy="5040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Tx/>
              <a:buNone/>
              <a:defRPr sz="2400">
                <a:solidFill>
                  <a:schemeClr val="tx1"/>
                </a:solidFill>
                <a:latin typeface="Verdana" pitchFamily="34" charset="0"/>
              </a:defRPr>
            </a:lvl1pPr>
            <a:lvl2pPr marL="273050" indent="-273050">
              <a:spcBef>
                <a:spcPts val="600"/>
              </a:spcBef>
              <a:spcAft>
                <a:spcPts val="600"/>
              </a:spcAft>
              <a:buClr>
                <a:srgbClr val="00B1AC"/>
              </a:buClr>
              <a:buFont typeface="Wingdings" pitchFamily="2" charset="2"/>
              <a:buChar char="§"/>
              <a:defRPr sz="2400">
                <a:solidFill>
                  <a:schemeClr val="tx1"/>
                </a:solidFill>
                <a:latin typeface="Verdana" pitchFamily="34" charset="0"/>
              </a:defRPr>
            </a:lvl2pPr>
            <a:lvl3pPr marL="536575" indent="-263525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rgbClr val="00B1AC"/>
              </a:buClr>
              <a:buSzPct val="100000"/>
              <a:buFont typeface="Wingdings" pitchFamily="2" charset="2"/>
              <a:buChar char=""/>
              <a:tabLst>
                <a:tab pos="536575" algn="l"/>
              </a:tabLst>
              <a:defRPr sz="2000">
                <a:solidFill>
                  <a:schemeClr val="tx1"/>
                </a:solidFill>
                <a:latin typeface="Verdana" pitchFamily="34" charset="0"/>
              </a:defRPr>
            </a:lvl3pPr>
            <a:lvl4pPr marL="714375" indent="-177800" defTabSz="714375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Font typeface="Wingdings" pitchFamily="2" charset="2"/>
              <a:buChar char="§"/>
              <a:tabLst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893763" indent="-1793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Wingdings" pitchFamily="2" charset="2"/>
              <a:buChar char="ú"/>
              <a:tabLst>
                <a:tab pos="893763" algn="l"/>
              </a:tabLst>
              <a:defRPr sz="1600" i="0">
                <a:solidFill>
                  <a:schemeClr val="tx1"/>
                </a:solidFill>
                <a:latin typeface="Verdana" pitchFamily="34" charset="0"/>
              </a:defRPr>
            </a:lvl5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6" name="Grafik 5"/>
          <p:cNvPicPr>
            <a:picLocks noChangeAspect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290280" y="114300"/>
            <a:ext cx="1182914" cy="636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erade Verbindung 7"/>
          <p:cNvCxnSpPr/>
          <p:nvPr userDrawn="1"/>
        </p:nvCxnSpPr>
        <p:spPr>
          <a:xfrm>
            <a:off x="287338" y="6647320"/>
            <a:ext cx="8064500" cy="15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/>
          <p:cNvSpPr txBox="1"/>
          <p:nvPr userDrawn="1"/>
        </p:nvSpPr>
        <p:spPr>
          <a:xfrm>
            <a:off x="287338" y="6672943"/>
            <a:ext cx="8145462" cy="1231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tabLst>
                <a:tab pos="7713663" algn="l"/>
                <a:tab pos="8077200" algn="r"/>
              </a:tabLst>
              <a:defRPr/>
            </a:pPr>
            <a:r>
              <a:rPr lang="de-DE" sz="800" b="1" dirty="0">
                <a:latin typeface="Verdana" pitchFamily="34" charset="0"/>
              </a:rPr>
              <a:t>© FH AACHEN </a:t>
            </a:r>
            <a:r>
              <a:rPr lang="de-DE" sz="800" dirty="0">
                <a:latin typeface="Verdana" pitchFamily="34" charset="0"/>
              </a:rPr>
              <a:t>UNIVERSITY OF APPLIED SCIENCES</a:t>
            </a:r>
            <a:r>
              <a:rPr lang="de-DE" sz="800" baseline="0" dirty="0">
                <a:latin typeface="Verdana" pitchFamily="34" charset="0"/>
              </a:rPr>
              <a:t>                                                                                                           Marc Reuschenberg</a:t>
            </a:r>
            <a:r>
              <a:rPr lang="de-DE" sz="800" dirty="0">
                <a:latin typeface="Verdana" pitchFamily="34" charset="0"/>
              </a:rPr>
              <a:t>	|  </a:t>
            </a:r>
            <a:fld id="{50C01542-6113-4C0C-A3E4-996FD6B193E3}" type="slidenum">
              <a:rPr lang="de-DE" sz="800" smtClean="0">
                <a:latin typeface="Verdana" pitchFamily="34" charset="0"/>
              </a:rPr>
              <a:pPr>
                <a:tabLst>
                  <a:tab pos="7713663" algn="l"/>
                  <a:tab pos="8077200" algn="r"/>
                </a:tabLst>
                <a:defRPr/>
              </a:pPr>
              <a:t>‹Nr.›</a:t>
            </a:fld>
            <a:endParaRPr lang="de-DE" sz="800" dirty="0">
              <a:latin typeface="Verdana" pitchFamily="34" charset="0"/>
            </a:endParaRPr>
          </a:p>
        </p:txBody>
      </p:sp>
      <p:pic>
        <p:nvPicPr>
          <p:cNvPr id="10" name="Grafik 9" descr="FHAAC_RGB.png"/>
          <p:cNvPicPr>
            <a:picLocks noChangeAspect="1"/>
          </p:cNvPicPr>
          <p:nvPr userDrawn="1"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16950" y="287338"/>
            <a:ext cx="527050" cy="1728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13" r:id="rId1"/>
    <p:sldLayoutId id="2147483815" r:id="rId2"/>
    <p:sldLayoutId id="2147483817" r:id="rId3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kern="1200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>
          <a:solidFill>
            <a:schemeClr val="tx1"/>
          </a:solidFill>
          <a:latin typeface="Verdan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defRPr sz="2400" kern="12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eaLnBrk="1" fontAlgn="base" hangingPunct="1">
        <a:spcBef>
          <a:spcPts val="2400"/>
        </a:spcBef>
        <a:spcAft>
          <a:spcPct val="0"/>
        </a:spcAft>
        <a:defRPr sz="2400" kern="1200">
          <a:solidFill>
            <a:schemeClr val="tx1"/>
          </a:solidFill>
          <a:latin typeface="Verdana" pitchFamily="34" charset="0"/>
          <a:ea typeface="+mn-ea"/>
          <a:cs typeface="+mn-cs"/>
        </a:defRPr>
      </a:lvl2pPr>
      <a:lvl3pPr marL="723900" indent="-355600" algn="l" rtl="0" eaLnBrk="1" fontAlgn="base" hangingPunct="1">
        <a:spcBef>
          <a:spcPct val="20000"/>
        </a:spcBef>
        <a:spcAft>
          <a:spcPct val="0"/>
        </a:spcAft>
        <a:buFont typeface="Verdana" pitchFamily="34" charset="0"/>
        <a:buChar char="&gt;"/>
        <a:defRPr sz="2400" kern="1200">
          <a:solidFill>
            <a:schemeClr val="tx1"/>
          </a:solidFill>
          <a:latin typeface="Verdana" pitchFamily="34" charset="0"/>
          <a:ea typeface="+mn-ea"/>
          <a:cs typeface="+mn-cs"/>
        </a:defRPr>
      </a:lvl3pPr>
      <a:lvl4pPr marL="1600200" indent="-228600" algn="l" rtl="0" eaLnBrk="1" fontAlgn="base" hangingPunct="1">
        <a:spcBef>
          <a:spcPts val="1600"/>
        </a:spcBef>
        <a:spcAft>
          <a:spcPct val="0"/>
        </a:spcAft>
        <a:buFont typeface="Arial" charset="0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4pPr>
      <a:lvl5pPr marL="723900" indent="-3683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&gt;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iencedirect.com/science/article/abs/pii/S016740482400128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>
          <a:xfrm>
            <a:off x="288000" y="2421330"/>
            <a:ext cx="8064000" cy="2114669"/>
          </a:xfrm>
        </p:spPr>
        <p:txBody>
          <a:bodyPr/>
          <a:lstStyle/>
          <a:p>
            <a:r>
              <a:rPr lang="de-DE" dirty="0"/>
              <a:t>Zero Trust Network</a:t>
            </a:r>
            <a:br>
              <a:rPr lang="de-DE" dirty="0"/>
            </a:br>
            <a:endParaRPr lang="de-DE" dirty="0"/>
          </a:p>
        </p:txBody>
      </p:sp>
      <p:sp>
        <p:nvSpPr>
          <p:cNvPr id="26" name="Untertitel 2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Marc Reuschenberg</a:t>
            </a:r>
          </a:p>
          <a:p>
            <a:r>
              <a:rPr lang="de-DE" dirty="0"/>
              <a:t>Lehrgebiet Datennetze, IT-Sicherheit</a:t>
            </a:r>
            <a:br>
              <a:rPr lang="de-DE" dirty="0"/>
            </a:br>
            <a:r>
              <a:rPr lang="de-DE" dirty="0"/>
              <a:t>und IT-Forensik</a:t>
            </a:r>
          </a:p>
          <a:p>
            <a:endParaRPr lang="de-D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50E8E-7656-B72F-10AC-E661EC195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Übersicht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70000D-6A83-7B8A-4908-C76D00CA2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Motivation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Was ist Zero Trust?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Umsetzung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Besonderheiten der Bachelorarbeit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3972497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3964C0-CD31-B24D-BC6A-1BC7A2BDF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F8FA56-341D-C404-7406-CE5289A7F4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IT-Sicherheit wird immer wichtiger</a:t>
            </a:r>
          </a:p>
          <a:p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noProof="0" dirty="0"/>
              <a:t>Sicherheit i</a:t>
            </a:r>
            <a:r>
              <a:rPr lang="de-DE" dirty="0"/>
              <a:t>m Unternehmen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Schutz der</a:t>
            </a:r>
            <a:r>
              <a:rPr lang="de-DE" noProof="0" dirty="0"/>
              <a:t> Kundeninfrastruktur</a:t>
            </a:r>
          </a:p>
          <a:p>
            <a:endParaRPr lang="de-DE" noProof="0" dirty="0"/>
          </a:p>
        </p:txBody>
      </p:sp>
      <p:pic>
        <p:nvPicPr>
          <p:cNvPr id="1026" name="Picture 2" descr="Weltweiter Durchschnitt wöchentlicher Cyberattacken(Bild:  Check Point Software Technologies Ltd.)">
            <a:extLst>
              <a:ext uri="{FF2B5EF4-FFF2-40B4-BE49-F238E27FC236}">
                <a16:creationId xmlns:a16="http://schemas.microsoft.com/office/drawing/2014/main" id="{1AF4964C-83A5-27E0-1188-7413F86064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239" y="3133851"/>
            <a:ext cx="3441841" cy="31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1E2A3AD-E2C7-179C-1AE3-64DB718B937B}"/>
              </a:ext>
            </a:extLst>
          </p:cNvPr>
          <p:cNvSpPr txBox="1"/>
          <p:nvPr/>
        </p:nvSpPr>
        <p:spPr>
          <a:xfrm>
            <a:off x="6362973" y="6234186"/>
            <a:ext cx="18763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600" b="0" i="1" dirty="0">
                <a:effectLst/>
                <a:latin typeface="Fira Sans VF"/>
              </a:rPr>
              <a:t>Weltweiter Durchschnitt wöchentlicher Cyberattacken</a:t>
            </a:r>
            <a:br>
              <a:rPr lang="de-DE" sz="600" b="0" i="1" dirty="0">
                <a:effectLst/>
                <a:latin typeface="Fira Sans VF"/>
              </a:rPr>
            </a:br>
            <a:r>
              <a:rPr lang="de-DE" sz="600" b="0" i="1" dirty="0">
                <a:effectLst/>
                <a:latin typeface="Fira Sans VF"/>
              </a:rPr>
              <a:t>(Bild: Check Point Software Technologies Ltd.)</a:t>
            </a:r>
          </a:p>
        </p:txBody>
      </p:sp>
    </p:spTree>
    <p:extLst>
      <p:ext uri="{BB962C8B-B14F-4D97-AF65-F5344CB8AC3E}">
        <p14:creationId xmlns:p14="http://schemas.microsoft.com/office/powerpoint/2010/main" val="3338593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4E279B-E642-85B0-024F-87F7342ED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Was </a:t>
            </a:r>
            <a:r>
              <a:rPr lang="en-US" dirty="0" err="1"/>
              <a:t>ist</a:t>
            </a:r>
            <a:r>
              <a:rPr lang="en-US" dirty="0"/>
              <a:t> Zero Trust</a:t>
            </a:r>
            <a:br>
              <a:rPr lang="en-US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2D44C-EC2A-4C82-8E51-CE0C00A80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Sicherheitsmodell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Ganzheitliches Denken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Angreifer innen und außerhalb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Kontinuierliche Überprüfung und Authentifizierung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4481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336C3-E3CD-AAD2-76CD-EBC38CDF8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Kernprinzipien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B1E52C-4C7F-82A0-D3AD-93D5D48C6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Never </a:t>
            </a:r>
            <a:r>
              <a:rPr lang="de-DE" dirty="0" err="1"/>
              <a:t>trust</a:t>
            </a:r>
            <a:r>
              <a:rPr lang="de-DE" dirty="0"/>
              <a:t> –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verify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Least </a:t>
            </a:r>
            <a:r>
              <a:rPr lang="de-DE" dirty="0" err="1"/>
              <a:t>privilege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Micro </a:t>
            </a:r>
            <a:r>
              <a:rPr lang="de-DE" dirty="0" err="1"/>
              <a:t>segmentation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breach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939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44261B-BDBA-7E80-758F-0E4A2B63C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 der Kernprinzipien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F1DA9D-B482-B538-2EDB-3B068828F6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Identitäts- und Zugriffskontrollen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Netzwerksegmentierung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Gerätesicherheit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Richtlinienbasierter Zugriff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Überwachung und Monitoring</a:t>
            </a:r>
          </a:p>
        </p:txBody>
      </p:sp>
    </p:spTree>
    <p:extLst>
      <p:ext uri="{BB962C8B-B14F-4D97-AF65-F5344CB8AC3E}">
        <p14:creationId xmlns:p14="http://schemas.microsoft.com/office/powerpoint/2010/main" val="2377068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 descr="Ein Bild, das Text, Diagramm, Plan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08015E64-446A-16C6-5DD2-6F38CECBFB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9771"/>
            <a:ext cx="9144000" cy="5197229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AA6B417-ECDB-0ACE-685B-C46DE06BA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21A7DDA-1436-1D6A-CB8A-820DD75C80D5}"/>
              </a:ext>
            </a:extLst>
          </p:cNvPr>
          <p:cNvSpPr/>
          <p:nvPr/>
        </p:nvSpPr>
        <p:spPr>
          <a:xfrm>
            <a:off x="8458200" y="114300"/>
            <a:ext cx="685800" cy="11654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022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3F27CD-4BE8-EF7C-845E-04669F997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Besonderheiten</a:t>
            </a:r>
            <a:r>
              <a:rPr lang="en-US" dirty="0"/>
              <a:t> der </a:t>
            </a:r>
            <a:r>
              <a:rPr lang="en-US" dirty="0" err="1"/>
              <a:t>Bachelorarbeit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0EDDA1-6DE8-A711-C9E3-E3D51336A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Umsetzung eines ZTN in einer Testumgebung</a:t>
            </a:r>
          </a:p>
          <a:p>
            <a:endParaRPr lang="de-DE" dirty="0"/>
          </a:p>
          <a:p>
            <a:r>
              <a:rPr lang="de-DE" dirty="0" err="1"/>
              <a:t>FortiNet</a:t>
            </a:r>
            <a:r>
              <a:rPr lang="de-DE" dirty="0"/>
              <a:t> Produktpalette</a:t>
            </a:r>
          </a:p>
          <a:p>
            <a:endParaRPr lang="de-DE" dirty="0"/>
          </a:p>
          <a:p>
            <a:r>
              <a:rPr lang="de-DE" dirty="0"/>
              <a:t>Umsetzung von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practis</a:t>
            </a: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867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9502B1-CF46-70C6-D6DE-641574FA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Ähnliche 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64D2B7-575B-D770-0679-035A650D5D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Cornelius </a:t>
            </a:r>
            <a:r>
              <a:rPr lang="en-US" dirty="0" err="1"/>
              <a:t>Itodo</a:t>
            </a:r>
            <a:r>
              <a:rPr lang="en-US" dirty="0"/>
              <a:t>, Murat Ozer</a:t>
            </a:r>
            <a:br>
              <a:rPr lang="en-US" dirty="0"/>
            </a:br>
            <a:r>
              <a:rPr lang="en-US" dirty="0"/>
              <a:t>Multivocal literature review on zero-trust security implementation</a:t>
            </a:r>
            <a:br>
              <a:rPr lang="de-DE" b="0" i="0" dirty="0">
                <a:solidFill>
                  <a:srgbClr val="1F1F1F"/>
                </a:solidFill>
                <a:effectLst/>
                <a:latin typeface="ElsevierSans"/>
              </a:rPr>
            </a:br>
            <a:r>
              <a:rPr lang="de-DE" sz="1800" b="0" i="0" dirty="0">
                <a:solidFill>
                  <a:srgbClr val="1F1F1F"/>
                </a:solidFill>
                <a:effectLst/>
                <a:latin typeface="ElsevierSans"/>
                <a:hlinkClick r:id="rId2"/>
              </a:rPr>
              <a:t>https://www.sciencedirect.com/science/article/abs/pii/S0167404824001287</a:t>
            </a:r>
            <a:endParaRPr lang="de-DE" sz="1800" b="0" i="0" dirty="0">
              <a:solidFill>
                <a:srgbClr val="1F1F1F"/>
              </a:solidFill>
              <a:effectLst/>
              <a:latin typeface="Elsevier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sz="1800" dirty="0">
              <a:solidFill>
                <a:srgbClr val="1F1F1F"/>
              </a:solidFill>
              <a:latin typeface="Elsevier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br>
              <a:rPr lang="en-US" b="0" i="0" dirty="0">
                <a:solidFill>
                  <a:srgbClr val="1F1F1F"/>
                </a:solidFill>
                <a:effectLst/>
                <a:latin typeface="ElsevierGulliver"/>
              </a:rPr>
            </a:br>
            <a:endParaRPr lang="en-US" b="0" i="0" dirty="0">
              <a:solidFill>
                <a:srgbClr val="1F1F1F"/>
              </a:solidFill>
              <a:effectLst/>
              <a:latin typeface="ElsevierGulliver"/>
            </a:endParaRPr>
          </a:p>
        </p:txBody>
      </p:sp>
    </p:spTree>
    <p:extLst>
      <p:ext uri="{BB962C8B-B14F-4D97-AF65-F5344CB8AC3E}">
        <p14:creationId xmlns:p14="http://schemas.microsoft.com/office/powerpoint/2010/main" val="2480421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Struktur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de-DE" dirty="0"/>
              <a:t>Langer Vortrag </a:t>
            </a:r>
          </a:p>
          <a:p>
            <a:pPr lvl="2"/>
            <a:r>
              <a:rPr lang="de-DE" dirty="0"/>
              <a:t>Dauer</a:t>
            </a:r>
          </a:p>
          <a:p>
            <a:pPr lvl="3"/>
            <a:r>
              <a:rPr lang="de-DE" dirty="0"/>
              <a:t>20 Minuten, davon gut 15 Min Vortrag und der Rest für Fragen</a:t>
            </a:r>
          </a:p>
          <a:p>
            <a:pPr lvl="2"/>
            <a:r>
              <a:rPr lang="de-DE" dirty="0"/>
              <a:t>Aufbau (grob)</a:t>
            </a:r>
          </a:p>
          <a:p>
            <a:pPr lvl="3"/>
            <a:r>
              <a:rPr lang="de-DE" dirty="0"/>
              <a:t>Gliederung</a:t>
            </a:r>
          </a:p>
          <a:p>
            <a:pPr lvl="3"/>
            <a:r>
              <a:rPr lang="de-DE" dirty="0"/>
              <a:t>Aufgabenstellung (Welches Problem soll gelöst werden?)</a:t>
            </a:r>
          </a:p>
          <a:p>
            <a:pPr lvl="3"/>
            <a:r>
              <a:rPr lang="de-DE" dirty="0"/>
              <a:t>Umsetzung (Wie wurde das Problem gelöst?)</a:t>
            </a:r>
          </a:p>
          <a:p>
            <a:pPr lvl="3"/>
            <a:r>
              <a:rPr lang="de-DE" dirty="0"/>
              <a:t>Ergebnisse</a:t>
            </a:r>
          </a:p>
          <a:p>
            <a:pPr lvl="3"/>
            <a:r>
              <a:rPr lang="de-DE" dirty="0"/>
              <a:t>Zusammenfassung</a:t>
            </a:r>
          </a:p>
          <a:p>
            <a:pPr lvl="1"/>
            <a:r>
              <a:rPr lang="de-DE" dirty="0"/>
              <a:t>Kurzer Vortrag</a:t>
            </a:r>
          </a:p>
          <a:p>
            <a:pPr lvl="2"/>
            <a:r>
              <a:rPr lang="de-DE" dirty="0"/>
              <a:t>Dauer</a:t>
            </a:r>
          </a:p>
          <a:p>
            <a:pPr lvl="3"/>
            <a:r>
              <a:rPr lang="de-DE" dirty="0"/>
              <a:t>insgesamt 10 Min mit Raum für 1-2 Fragen</a:t>
            </a:r>
          </a:p>
          <a:p>
            <a:pPr lvl="2"/>
            <a:r>
              <a:rPr lang="de-DE" dirty="0"/>
              <a:t>Aufbau</a:t>
            </a:r>
          </a:p>
          <a:p>
            <a:pPr lvl="3"/>
            <a:r>
              <a:rPr lang="de-DE" dirty="0"/>
              <a:t>Aufgabenstellung (Welches Problem soll gelöst werden?)</a:t>
            </a:r>
          </a:p>
          <a:p>
            <a:pPr lvl="3"/>
            <a:r>
              <a:rPr lang="de-DE" dirty="0"/>
              <a:t>Vorgehen / Erste Ergebnisse</a:t>
            </a:r>
          </a:p>
          <a:p>
            <a:pPr lvl="2"/>
            <a:endParaRPr lang="de-DE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Template Benutzen (hier PPT 2013)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244456" y="1306885"/>
            <a:ext cx="8402109" cy="5040000"/>
          </a:xfrm>
        </p:spPr>
        <p:txBody>
          <a:bodyPr/>
          <a:lstStyle/>
          <a:p>
            <a:pPr lvl="1">
              <a:buNone/>
            </a:pPr>
            <a:r>
              <a:rPr lang="de-DE" dirty="0"/>
              <a:t>Wichtigste Punkte:</a:t>
            </a:r>
          </a:p>
          <a:p>
            <a:pPr lvl="1"/>
            <a:r>
              <a:rPr lang="de-DE" dirty="0"/>
              <a:t>Layout</a:t>
            </a:r>
          </a:p>
          <a:p>
            <a:pPr lvl="2"/>
            <a:r>
              <a:rPr lang="de-DE" dirty="0"/>
              <a:t>neue Folien einfügen</a:t>
            </a:r>
          </a:p>
          <a:p>
            <a:pPr lvl="2"/>
            <a:r>
              <a:rPr lang="de-DE" dirty="0"/>
              <a:t>ein oder zweispaltig vorgegeben</a:t>
            </a:r>
          </a:p>
          <a:p>
            <a:pPr lvl="2"/>
            <a:r>
              <a:rPr lang="de-DE" dirty="0"/>
              <a:t>mit „zurücksetzen“ fehlerhaftes Layout korrigieren</a:t>
            </a:r>
          </a:p>
          <a:p>
            <a:pPr lvl="1"/>
            <a:r>
              <a:rPr lang="de-DE" dirty="0"/>
              <a:t>mit       (unter Absatz) </a:t>
            </a:r>
            <a:r>
              <a:rPr lang="de-DE" dirty="0" err="1"/>
              <a:t>Bulletpoints</a:t>
            </a:r>
            <a:r>
              <a:rPr lang="de-DE" dirty="0"/>
              <a:t> generieren</a:t>
            </a:r>
          </a:p>
          <a:p>
            <a:pPr lvl="2"/>
            <a:r>
              <a:rPr lang="de-DE" dirty="0"/>
              <a:t>Ebene rauf und runter</a:t>
            </a:r>
          </a:p>
          <a:p>
            <a:pPr lvl="1"/>
            <a:r>
              <a:rPr lang="de-DE" dirty="0"/>
              <a:t>Masterfolie (wegen Fußzeile)</a:t>
            </a:r>
          </a:p>
          <a:p>
            <a:pPr lvl="2"/>
            <a:r>
              <a:rPr lang="de-DE" dirty="0"/>
              <a:t>findet sich unter Ansicht/Folienmaster</a:t>
            </a:r>
          </a:p>
          <a:p>
            <a:pPr lvl="2"/>
            <a:r>
              <a:rPr lang="de-DE" dirty="0"/>
              <a:t>in Hauptfolie editierbar</a:t>
            </a:r>
          </a:p>
          <a:p>
            <a:pPr lvl="1"/>
            <a:endParaRPr lang="de-DE" dirty="0"/>
          </a:p>
          <a:p>
            <a:pPr lvl="1"/>
            <a:r>
              <a:rPr lang="de-DE" dirty="0"/>
              <a:t>Bei Formatierungsproblemen: Rücksprache Schuba</a:t>
            </a:r>
          </a:p>
          <a:p>
            <a:pPr lvl="2"/>
            <a:endParaRPr lang="de-DE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335723" y="4337900"/>
            <a:ext cx="1474281" cy="16116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" name="Grafik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690" y="3569710"/>
            <a:ext cx="559052" cy="314467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7450" y="1974667"/>
            <a:ext cx="1390650" cy="8477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HAAC_PPT_Vorlage_Office2007_w">
  <a:themeElements>
    <a:clrScheme name="FHAAC Farben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AC"/>
      </a:accent1>
      <a:accent2>
        <a:srgbClr val="13A39A"/>
      </a:accent2>
      <a:accent3>
        <a:srgbClr val="0C9088"/>
      </a:accent3>
      <a:accent4>
        <a:srgbClr val="006D68"/>
      </a:accent4>
      <a:accent5>
        <a:srgbClr val="004744"/>
      </a:accent5>
      <a:accent6>
        <a:srgbClr val="000000"/>
      </a:accent6>
      <a:hlink>
        <a:srgbClr val="0000FF"/>
      </a:hlink>
      <a:folHlink>
        <a:srgbClr val="800080"/>
      </a:folHlink>
    </a:clrScheme>
    <a:fontScheme name="FHAAC Schrif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Rhea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FHAAC_PPT_Vorlage_Office2007_w</Template>
  <TotalTime>0</TotalTime>
  <Words>328</Words>
  <Application>Microsoft Office PowerPoint</Application>
  <PresentationFormat>Bildschirmpräsentation (4:3)</PresentationFormat>
  <Paragraphs>101</Paragraphs>
  <Slides>11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9" baseType="lpstr">
      <vt:lpstr>Arial</vt:lpstr>
      <vt:lpstr>Calibri</vt:lpstr>
      <vt:lpstr>ElsevierGulliver</vt:lpstr>
      <vt:lpstr>ElsevierSans</vt:lpstr>
      <vt:lpstr>Fira Sans VF</vt:lpstr>
      <vt:lpstr>Verdana</vt:lpstr>
      <vt:lpstr>Wingdings</vt:lpstr>
      <vt:lpstr>FHAAC_PPT_Vorlage_Office2007_w</vt:lpstr>
      <vt:lpstr>Zero Trust Network </vt:lpstr>
      <vt:lpstr>Übersicht</vt:lpstr>
      <vt:lpstr>Motivation</vt:lpstr>
      <vt:lpstr>Was ist Zero Trust </vt:lpstr>
      <vt:lpstr>Kernprinzipien</vt:lpstr>
      <vt:lpstr>Umsetzung der Kernprinzipien</vt:lpstr>
      <vt:lpstr>Umsetzung</vt:lpstr>
      <vt:lpstr>Besonderheiten der Bachelorarbeit</vt:lpstr>
      <vt:lpstr>Ähnliche Arbeiten</vt:lpstr>
      <vt:lpstr>Struktur</vt:lpstr>
      <vt:lpstr>Template Benutzen (hier PPT 2013)</vt:lpstr>
    </vt:vector>
  </TitlesOfParts>
  <Company>FH Aachen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Zeile 1 Zeile 2 Zeile 3</dc:title>
  <dc:creator>Schuba</dc:creator>
  <cp:lastModifiedBy>Marc Reuschenberg</cp:lastModifiedBy>
  <cp:revision>590</cp:revision>
  <dcterms:created xsi:type="dcterms:W3CDTF">2010-01-21T13:13:42Z</dcterms:created>
  <dcterms:modified xsi:type="dcterms:W3CDTF">2025-05-25T15:43:12Z</dcterms:modified>
</cp:coreProperties>
</file>